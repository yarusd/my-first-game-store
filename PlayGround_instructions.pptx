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39739877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39739877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b39739877d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b39739877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39739877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39739877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39739877d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39739877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39739877d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39739877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39739877d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b39739877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39739877d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39739877d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39739877d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39739877d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39739877d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39739877d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2150" y="2264625"/>
            <a:ext cx="3848475" cy="256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4375" y="2264625"/>
            <a:ext cx="3848475" cy="256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00725" y="2764000"/>
            <a:ext cx="3790376" cy="204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68950" cy="4838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